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1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DAA59-0B04-49DB-989E-02E79FC77F08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9E48-F169-4BC5-AB45-F66989AFA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8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4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8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9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1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9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0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9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11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3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07/03/2026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07/03/2026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1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9CE20D9-8BC1-CC76-AAAD-14DD4FA79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301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3B17DAC-E6CB-FFFA-369D-E368DDDF0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57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F5542-1C66-B8D6-E943-4C53593DB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55E245D-4867-4BA1-A3ED-DE921FC69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16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ACBE266-97F7-3FBE-AD74-15DC966AB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2" r="1" b="8363"/>
          <a:stretch>
            <a:fillRect/>
          </a:stretch>
        </p:blipFill>
        <p:spPr bwMode="auto">
          <a:xfrm>
            <a:off x="517870" y="462839"/>
            <a:ext cx="11156253" cy="561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6188864"/>
            <a:ext cx="1115625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934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Bierstadt</vt:lpstr>
      <vt:lpstr>GestaltVTI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Vikash [BCA - 2023]</dc:creator>
  <cp:lastModifiedBy>Vikash [BCA - 2023]</cp:lastModifiedBy>
  <cp:revision>1</cp:revision>
  <dcterms:created xsi:type="dcterms:W3CDTF">2026-03-07T10:38:04Z</dcterms:created>
  <dcterms:modified xsi:type="dcterms:W3CDTF">2026-03-07T10:56:46Z</dcterms:modified>
</cp:coreProperties>
</file>